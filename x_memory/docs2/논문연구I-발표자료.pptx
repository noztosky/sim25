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94660"/>
  </p:normalViewPr>
  <p:slideViewPr>
    <p:cSldViewPr snapToGrid="0">
      <p:cViewPr>
        <p:scale>
          <a:sx n="75" d="100"/>
          <a:sy n="75" d="100"/>
        </p:scale>
        <p:origin x="200" y="1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422746" y="389942"/>
            <a:ext cx="6966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-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>
                <a:latin typeface="+mj-lt"/>
              </a:rPr>
              <a:t> 자세 제어 및 고주파 센서 동작 원리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93616" y="1116700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IMU</a:t>
            </a:r>
            <a:r>
              <a:rPr lang="ko-KR" altLang="en-US" sz="1600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(Gyro,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51057" y="1116699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PID </a:t>
            </a:r>
            <a:r>
              <a:rPr lang="ko-KR" altLang="en-US" sz="1600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54785" y="1521301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721786" y="1116698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PWM</a:t>
            </a:r>
            <a:r>
              <a:rPr lang="ko-KR" altLang="en-US" sz="1600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412226" y="1521300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69085" y="1209029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82156" y="1209029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93615" y="1925901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51057" y="1925902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92515" y="1115218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96442" y="1519820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609929" y="1209030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721786" y="1925902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92515" y="1924421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422746" y="2492347"/>
            <a:ext cx="113309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/>
              <a:t>드론의</a:t>
            </a:r>
            <a:r>
              <a:rPr lang="ko-KR" altLang="en-US" sz="1600" dirty="0"/>
              <a:t> 자세 제어는 </a:t>
            </a:r>
            <a:r>
              <a:rPr lang="en-US" altLang="ko-KR" sz="1600" dirty="0"/>
              <a:t>1ms(1000 Hz) </a:t>
            </a:r>
            <a:r>
              <a:rPr lang="ko-KR" altLang="en-US" sz="1600" dirty="0"/>
              <a:t>단위로 센서 → 제어 계산 → 모터 제어가 반복되는 실시간 폐 루프 구조입니다</a:t>
            </a:r>
            <a:r>
              <a:rPr lang="en-US" altLang="ko-KR" sz="1600" dirty="0"/>
              <a:t>.</a:t>
            </a:r>
            <a:br>
              <a:rPr lang="ko-KR" altLang="en-US" sz="1600" dirty="0"/>
            </a:br>
            <a:r>
              <a:rPr lang="ko-KR" altLang="en-US" sz="1600" dirty="0"/>
              <a:t>따라서 시뮬레이터가 이 루프의 </a:t>
            </a:r>
            <a:r>
              <a:rPr lang="ko-KR" altLang="en-US" sz="1600" b="1" dirty="0"/>
              <a:t>주파수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동작 구조를 그대로 재현하지 못하면</a:t>
            </a:r>
            <a:r>
              <a:rPr lang="en-US" altLang="ko-KR" sz="1600" dirty="0"/>
              <a:t>, </a:t>
            </a:r>
            <a:r>
              <a:rPr lang="ko-KR" altLang="en-US" sz="1600" dirty="0"/>
              <a:t>실기체와 완전히 다른 동작 특성을 보이게 됩니다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D8063F0A-E507-B75A-DF9F-0E94E1D6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1779"/>
              </p:ext>
            </p:extLst>
          </p:nvPr>
        </p:nvGraphicFramePr>
        <p:xfrm>
          <a:off x="697042" y="4083441"/>
          <a:ext cx="570803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3449">
                  <a:extLst>
                    <a:ext uri="{9D8B030D-6E8A-4147-A177-3AD203B41FA5}">
                      <a16:colId xmlns:a16="http://schemas.microsoft.com/office/drawing/2014/main" val="3861258388"/>
                    </a:ext>
                  </a:extLst>
                </a:gridCol>
                <a:gridCol w="2864581">
                  <a:extLst>
                    <a:ext uri="{9D8B030D-6E8A-4147-A177-3AD203B41FA5}">
                      <a16:colId xmlns:a16="http://schemas.microsoft.com/office/drawing/2014/main" val="31917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IMU </a:t>
                      </a:r>
                      <a:r>
                        <a:rPr lang="ko-KR" altLang="en-US" dirty="0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최대 샘플링 속도</a:t>
                      </a:r>
                      <a:r>
                        <a:rPr lang="en-US" altLang="ko-KR" dirty="0"/>
                        <a:t>(ODR)</a:t>
                      </a:r>
                    </a:p>
                    <a:p>
                      <a:pPr latinLnBrk="1"/>
                      <a:r>
                        <a:rPr lang="en-US" altLang="ko-KR" dirty="0"/>
                        <a:t>(Output Data Rate)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MPU–6000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 kHz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32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ICM-20689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 kHz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892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ICM-20602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32 kHz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9810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7C9845F-9314-AB77-4D8A-AB6F0A4E3FDA}"/>
              </a:ext>
            </a:extLst>
          </p:cNvPr>
          <p:cNvSpPr txBox="1"/>
          <p:nvPr/>
        </p:nvSpPr>
        <p:spPr>
          <a:xfrm>
            <a:off x="398162" y="3643566"/>
            <a:ext cx="113309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실제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주요 </a:t>
            </a:r>
            <a:r>
              <a:rPr lang="en-US" altLang="ko-KR" sz="1600" dirty="0"/>
              <a:t>IMU </a:t>
            </a:r>
            <a:r>
              <a:rPr lang="ko-KR" altLang="en-US" sz="1600" dirty="0"/>
              <a:t>센서의 샘플링 주파수 비교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93615" y="5937362"/>
            <a:ext cx="113309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실제 </a:t>
            </a:r>
            <a:r>
              <a:rPr lang="en-US" altLang="ko-KR" sz="1200" dirty="0"/>
              <a:t>IMU</a:t>
            </a:r>
            <a:r>
              <a:rPr lang="ko-KR" altLang="en-US" sz="1200" dirty="0"/>
              <a:t>가 </a:t>
            </a:r>
            <a:r>
              <a:rPr lang="en-US" altLang="ko-KR" sz="1200" dirty="0"/>
              <a:t>8~32 kHz</a:t>
            </a:r>
            <a:r>
              <a:rPr lang="ko-KR" altLang="en-US" sz="1200" dirty="0"/>
              <a:t>로 동작하기 때문에</a:t>
            </a:r>
            <a:r>
              <a:rPr lang="en-US" altLang="ko-KR" sz="1200" dirty="0"/>
              <a:t>, </a:t>
            </a:r>
            <a:r>
              <a:rPr lang="ko-KR" altLang="en-US" sz="1200" dirty="0"/>
              <a:t>시뮬레이터에서도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센서</a:t>
            </a:r>
            <a:r>
              <a:rPr lang="en-US" altLang="ko-KR" sz="1200" dirty="0"/>
              <a:t>/</a:t>
            </a:r>
            <a:r>
              <a:rPr lang="ko-KR" altLang="en-US" sz="1200" dirty="0"/>
              <a:t>제어 루프가 필요합니다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22746" y="389942"/>
            <a:ext cx="6966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>
                <a:latin typeface="+mj-lt"/>
              </a:rPr>
              <a:t>기존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>
                <a:latin typeface="+mj-lt"/>
              </a:rPr>
              <a:t> 개발 환경의 한계</a:t>
            </a:r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156</Words>
  <Application>Microsoft Office PowerPoint</Application>
  <PresentationFormat>와이드스크린</PresentationFormat>
  <Paragraphs>25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odes n</cp:lastModifiedBy>
  <cp:revision>2</cp:revision>
  <dcterms:created xsi:type="dcterms:W3CDTF">2025-12-09T13:25:44Z</dcterms:created>
  <dcterms:modified xsi:type="dcterms:W3CDTF">2025-12-09T13:30:58Z</dcterms:modified>
</cp:coreProperties>
</file>