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 문장(암기): 작은 칩에 비행코드를 이식할 때, 계산 정밀도를 어디까지 낮춰도 되는지 정하는 방법을 만들고, 기존 두 방식보다 나음을 실제 칩 두 개로 입증하겠습니다.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float32가 나쁘다는 게 아니라, 안전 근거가 없다는 것이 문제. ArduPilot 사고가 방법 부재의 실물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극단 사이의 최적점(부위별 혼합)이 존재하지만 그것을 결정하는 방법이 세상에 없음 — 그 방법이 본 연구.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모두 기존 실험 계획(①②③)의 재배치 — 새로 추가되는 작업은 블록별 스위치뿐.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발표의 심장. 표의 마지막 행이 논문의 주장 전부.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'없다'를 단독으로 말하지 않기: 비슷한 건 있다 → 인용한다 → 이 조합은 없다의 3단 화법. Sensors 2026 원문은 면담 전 정독 완료할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H743 먼저 = 일정 보험. 실비행은 보너스층이라 실패해도 논문은 성립.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기여 3줄로 마무리 후, 박사·SoC 연계 그림으로 '다음까지 보고 있다'는 신호. 질문은 부록으로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반박이 아니라 수긍+한 발 더: '좋은 칩을 쓰는데도 남는 문제'로 프레이밍.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PX4의 성공은 float32 안전의 증거가 아니라, 방어 코드 축적의 증거. 흉터 코드의 실제 함수명까지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 사다리: 각 단이 차이의 원인을 하나씩 분리. '실기에서 달랐다'가 아니라 '이유가 몇 단에서 얼마'라고 말할 수 있게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질문 대비 장. 세 장면 = 이론이 지목하는 용의자 목록 → 실험은 깜깜이 수색이 아니라 용의자 확정.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위협적인 선행이 가장 좋은 동기 사례로 뒤집히는 구도. 반드시 인용.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'실험이 실패하면 어쩌나' 질문의 봉쇄 장. 발명형과 측정형의 리스크 구조 차이를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석사논문 연구제안  ·  2026.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비행제어 펌웨어의 정밀도,</a:t>
            </a:r>
            <a:endParaRPr lang="en-US" sz="3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낮춰도 안전한가?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3127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재주입 등가성 측정 기반 블록별 정밀도 할당 방법과 이기종 실기 검증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10058400" cy="1325880"/>
          </a:xfrm>
          <a:prstGeom prst="roundRect">
            <a:avLst>
              <a:gd name="adj" fmla="val 5517"/>
            </a:avLst>
          </a:prstGeom>
          <a:solidFill>
            <a:srgbClr val="2A3A7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041648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요약 —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칩에 비행코드를 이식할 때 계산 정밀도를 어디까지 낮춰도 되는지 ‘정하는 방법’을 만들고, 기존 두 방식(전부 double·전부 float32)보다 나음을 실제 칩 2개로 입증합니다.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이남훈  ·  지도교수 면담용 초안 v0.2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| 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드론은 근거 없이 float32로 날고 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PX4·ArduPilot 계열 드론이 float32 정밀도의 EKF로 비행 중 — 속도 때문에, 좋은 칩에서도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“어디까지 낮춰도 안전한가”를 측정해 공표한 연구 (2026. 07 기준, 7개 축 문헌조사)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600200"/>
            <a:ext cx="5833872" cy="4023360"/>
          </a:xfrm>
          <a:prstGeom prst="roundRect">
            <a:avLst>
              <a:gd name="adj" fmla="val 1818"/>
            </a:avLst>
          </a:prstGeom>
          <a:solidFill>
            <a:srgbClr val="FBEAE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사고 — ArduPilot EKF3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 운용 중 공분산 붕괴 발생 — 추정 신뢰도 계산이 수치적으로 무너짐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개발진이 로그 재주입(Replay)으로 float32 vs double을 비교해 문제 확인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깨진 부위를 규명하지 못한 채 ‘전부 double’로 과잉 전환 (PR #18008)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모든 과정이 논문·측정 없이 GitHub 수리 기록으로만 존재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“트럭은 매일 지나다니는데, 최대 하중 표지판이 없는 다리 — 그 표지판을 세우는 것이 본 연구입니다.”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|  기존 방식의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선택지는 둘뿐 — 사이를 ‘정하는 방법’이 없다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58384" cy="3520440"/>
          </a:xfrm>
          <a:prstGeom prst="roundRect">
            <a:avLst>
              <a:gd name="adj" fmla="val 2078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double (유효숫자 15~16자리)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수치적으로 안전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같은 칩에서도 float32보다 2~4배 느림 — rate 여유 상실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soft-core RISC-V: double 하드웨어 없음 → SW 에뮬레이션 수십 배 → 비행 불가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1600200"/>
            <a:ext cx="5358384" cy="3520440"/>
          </a:xfrm>
          <a:prstGeom prst="roundRect">
            <a:avLst>
              <a:gd name="adj" fmla="val 2078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8470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float32 (유효숫자 7자리)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01968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빠름 — 업계 기본값인 이유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공분산 붕괴 위험 — ArduPilot에서 실증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어디가, 언제 깨지는지 아무도 모름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559552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실태 :  감(感)과 시행착오 — 깨지면 고치고, 원인은 모른 채 다음 이식에서 반복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|  제안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재서 정한다 — 재주입 심판  +  부위별 지도  +  실기 검증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7555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재주입 심판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센서 로그를 PC(double 정답지)와 대상 환경에 동일 입력으로 재생 → 출력 차이를 샘플 단위 숫자로 측정. 별개 비행 비교와 달리 환경 변수를 소거하고 코드·칩이 만드는 차이만 분리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50208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938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927555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75504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부위별 정밀도 지도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542032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EKF를 연산 블록으로 분해, 한 번에 한 블록만 float32로 전환하며 오차 측정 → “어느 부위가 먼저 깨지나” 지도 완성. 허용 오차가 주어지면 할당은 지도에서 자동 결정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456432" cy="3657600"/>
          </a:xfrm>
          <a:prstGeom prst="roundRect">
            <a:avLst>
              <a:gd name="adj" fmla="val 2116"/>
            </a:avLst>
          </a:prstGeom>
          <a:solidFill>
            <a:srgbClr val="E8F6EE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1938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927555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97696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실기 검증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5632" y="2542032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H743(하드 double FPU)과 soft RISC-V(float32 전용)에서 수치·속도 양면 검증 — 타깃별 ‘최대 지속 가능 rate’ 곡선 실측. 시간 축은 시뮬레이션이 원리적으로 못 재는 영역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:  측정이 결정한다 — 사람의 감이 아니라, 지도가 정밀도 할당을 판정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|  기대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두 방식을 모두 이기는 비교표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237744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안전성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속도 (달성 rate)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soft-core 이식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 — 전부 double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 안전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 2~4배 손해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 비행 불가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 — 전부 float32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 붕괴 위험 (실증)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 빠름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B977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 운에 맡김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— 블록별 혼합 (지도 기반)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 double과 동급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 float32에 근접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 안전한 이식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23036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‘새롭고, 기존보다 나은’ 구조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 최초(부위별 정밀도를 측정으로 판정)이고, 결과는 두 기존 방식의 장점만 취합니다. 승부처인 속도 우위는 실기 rate 실측으로 입증합니다.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|  학술적 공백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연구들도, 이 조합은 비어 있다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417320"/>
                <a:gridCol w="1508760"/>
                <a:gridCol w="1371600"/>
                <a:gridCol w="1280160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가까운 선행연구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비행 EKF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부위별 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실기 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이기종 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결정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 튜닝 도구 — Daisy·FPTuner (ICCPS’18 ~ OOPSLA’25)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커널만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PC만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ArduPilot PR #18008 — 실무 수리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통째로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PC만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사후 땜질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저정밀 칼만 필터 (Sensors’23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SLAM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PIL 검증 관행 — MathWorks·CubeSat (2023·24)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77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일부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고정 정밀도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 스케줄링 (arXiv 2026)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제어기만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77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 불명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연구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기준, 7개 축 문헌조사 결과  ·  각 행은 실존 연구이며 전부 인용 예정 — “비슷한 연구는 있고(각 행), 이 조합(모든 열 O)은 확인되지 않았습니다”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|  실험 계획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설계 — 어느 단계에서 멈춰도 논문이 성립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87752" cy="3291840"/>
          </a:xfrm>
          <a:prstGeom prst="roundRect">
            <a:avLst>
              <a:gd name="adj" fmla="val 282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~3주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H743 포팅 + 하네스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5204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① 등가성 측정 — 이것만으로 논문 골격 성립 (보험)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0672" y="30632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737360"/>
            <a:ext cx="2587752" cy="3291840"/>
          </a:xfrm>
          <a:prstGeom prst="roundRect">
            <a:avLst>
              <a:gd name="adj" fmla="val 282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196596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~6주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66744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분해 + 정밀도 지도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66744" y="35204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③ 부위별 float32 전환 오차 지도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52744" y="30632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587752" cy="3291840"/>
          </a:xfrm>
          <a:prstGeom prst="roundRect">
            <a:avLst>
              <a:gd name="adj" fmla="val 282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196596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28816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RISC-V 브링업 (Tang 25K)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28816" y="35204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② 타깃별 최대 지속 가능 rate 곡선 + 교차검증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14816" y="30632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737360"/>
            <a:ext cx="2587752" cy="3291840"/>
          </a:xfrm>
          <a:prstGeom prst="roundRect">
            <a:avLst>
              <a:gd name="adj" fmla="val 2827"/>
            </a:avLst>
          </a:prstGeom>
          <a:solidFill>
            <a:srgbClr val="E8F6EE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0888" y="196596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/>
        </p:spPr>
      </p:sp>
      <p:sp>
        <p:nvSpPr>
          <p:cNvPr id="24" name="Text 22"/>
          <p:cNvSpPr/>
          <p:nvPr/>
        </p:nvSpPr>
        <p:spPr>
          <a:xfrm>
            <a:off x="9390888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90888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실비행 (확장)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90888" y="352044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④ 지도 기반 할당 기체의 실비행 — 학회지 확장용 보너스층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486400"/>
            <a:ext cx="10451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구조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①+②만으로 논문 성립. 각 계단이 독립 성과라서, 결과가 어느 방향으로 나와도 ‘측정값 자체’가 기여가 됩니다 (부록 A6).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|  기여와 다음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논문이 남기는 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3D4E9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80667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 펌웨어의 정밀도 할당을 ‘측정으로 판정’하는 최초의 체계적 방법 + 공개 도구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3D4E9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9347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칩 간 수치 등가성 bound의 최초 정량 공표 — 하드 FPU vs soft-core, double vs float32, 블록별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3D4E9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18027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4107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자동조종 펌웨어의 타깃별 ‘최대 지속 가능 rate’ 특성화 곡선 — 기존엔 단일점 시연·포럼 논의뿐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그림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3456432" cy="1143000"/>
          </a:xfrm>
          <a:prstGeom prst="roundRect">
            <a:avLst>
              <a:gd name="adj" fmla="val 6400"/>
            </a:avLst>
          </a:prstGeom>
          <a:solidFill>
            <a:srgbClr val="2A3A7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지도 + 판정 방법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59352" y="5257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70832" y="4937760"/>
            <a:ext cx="3456432" cy="1143000"/>
          </a:xfrm>
          <a:prstGeom prst="roundRect">
            <a:avLst>
              <a:gd name="adj" fmla="val 6400"/>
            </a:avLst>
          </a:prstGeom>
          <a:solidFill>
            <a:srgbClr val="2A3A7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45152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기반 FP64 가속기 · NPU 학습제어기 검증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81544" y="5257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193024" y="4937760"/>
            <a:ext cx="3456432" cy="1143000"/>
          </a:xfrm>
          <a:prstGeom prst="roundRect">
            <a:avLst>
              <a:gd name="adj" fmla="val 6400"/>
            </a:avLst>
          </a:prstGeom>
          <a:solidFill>
            <a:srgbClr val="2A3A7A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67344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SoC — FC + 영상링크 + NPU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“좋은 프로세서를 쓰면 되지 않나?”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316736"/>
          </a:xfrm>
          <a:prstGeom prst="roundRect">
            <a:avLst>
              <a:gd name="adj" fmla="val 5556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01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0395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465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칩에서도 문제는 남습니다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H7에도 double 하드웨어가 있지만, 전 세계 스택은 속도 때문에 float32가 기본값 — 그리고 그 float32가 실제로 깨졌습니다(ArduPilot). 칩 업그레이드로 사라지지 않는 질문입니다. 본 연구도 좋은 칩(H743)을 베이스라인으로 씁니다.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11091672" cy="1316736"/>
          </a:xfrm>
          <a:prstGeom prst="roundRect">
            <a:avLst>
              <a:gd name="adj" fmla="val 5556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282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71723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227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정밀도는 현대 컴퓨팅의 화폐입니다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25880" y="36118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가속기 전체가 fp16·int8로 정밀도를 낮추는 방향입니다. ‘얼마나 낮춰도 되는가’는 저가 칩 문제가 아니라 시대 질문이고, 본 방법은 학습 제어기 양자화 판정으로 그대로 확장됩니다.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62856"/>
            <a:ext cx="11091672" cy="1316736"/>
          </a:xfrm>
          <a:prstGeom prst="roundRect">
            <a:avLst>
              <a:gd name="adj" fmla="val 5556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7640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753051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7091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과제·정책 접점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09320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RISC-V 국산화 · 저전력 엣지 · 소형 국방드론 키워드와 직결 — 본 논문의 데이터는 해당 과제 제안의 예비데이터가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A2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“PX4는 float32로 잘 날던데?”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float32가 안전해서가 아니라, 안 터지게 수년간 손으로 막아온 것 — 코드에 흉터가 남아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8541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좌표 회피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74720" y="2167128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위도·경도를 상태에 두지 않음 — 이륙점 기준 상대좌표(작은 수의 세계)로만 계산. float32가 안전한 구역 안에서만 놀도록 설계를 구부린 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41985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공분산 에어백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3401568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fixCovarianceErrors(): 분산 강제 클램핑, 행렬 대칭 강제 복원, 물리적으로 말이 안 되는 결과는 융합 거부·리셋 — 깨짐을 막는 게 아니라 깨질 때마다 되돌리는 코드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6542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일 / 느린 일 분리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4636008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고속 IMU 적분과 무거운 공분산 계산을 분리 — 위험한 연산을 느린 주기로 격리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BEAE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87044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회피술의 효과와 남은 여유는 측정된 적이 없음 → 새 필터·새 칩마다 같은 시행착오 반복 — 그 시행착오를 측정 절차로 대체하는 것이 본 연구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A3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“수학적 시뮬레이션으로 충분하지 않나?”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40965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4085539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40782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double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4498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정답지 (비교 기준)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324612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34107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3399739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3944" y="33924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float32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0168" y="38130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‘정밀도’가 만드는 차이 분리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256032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713939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6016" y="27066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1272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칩용 바이너리를 PC에서 실행 — ‘컴파일러·명령어’가 만드는 차이 분리 (FMA 융합, 수학함수, 미세수 처리)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E8F6EE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2039112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9354312" y="2028139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48088" y="20208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54312" y="24414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 + ‘시간’은 여기에만 존재 — 몇 kHz까지 도는가는 칩만 안다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57784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요지 —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축은 단계별로 원인을 분리하며 PC에서도 상당 부분 측정 가능(그래서 사다리 설계). 그러나 시간 축(달성 rate)은 시뮬레이션에 존재하지 않는 물리량이며, 항공 인증(DO-178C)이 실기 확인(PIL)을 의무화한 이유이기도 합니다 — 산업은 ‘실기 필요’에 이미 베팅했고, 공개된 숫자만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A4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float32는 왜, 어디서 깨지나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5448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 = 유효숫자 7자리  /  double = 15~16자리 — 눈금 7개짜리 자 vs 16개짜리 자, 자는 숫자 크기를 따라 미끄러진다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1 — 큰 좌표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 37.2894561°는 유효숫자 9자리 필요 → float32로는 위치가 약 0.5m 단위로 끊김. PX4가 상대좌표로 도피한 이유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69748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2 — 뺄셈 증발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340156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큰 수끼리 빼면 앞자리가 사라져 유효숫자가 증발. 공분산 갱신이 매 샘플 이 연산 — 7자리에서 6을 잃으면 쓰레기, 16자리는 10이 남음. 붕괴의 정체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269748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3 — 티끌 더하기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67344" y="3401568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float32에서 1 + 0.00000001 = 그냥 1. 고rate일수록 증분이 작아져 ‘적분해도 안 쌓이는’ 지점 도달 — rate 상승이 공짜가 아닌 이유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부위의 예산이 먼저 바닥나는지는 부위마다 다름 — ‘지도’가 필요한 이유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A5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동기의 실물 증거 — ArduPilot PR #18008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02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1709928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float32 EKF3 운용 중 공분산 붕괴(variance collapse) — 특정 상태의 분산이 수치적으로 무너져 추정 불안정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546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2944368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개발진이 로그 재주입(Replay)으로 같은 비행 데이터를 float32와 double에 통과시켜 비교 — 본 연구 방법의 원형이 실무에 이미 존재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3891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4178808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부위를 규명하지 않은 채 double 정밀도 옵션 추가(전부 올리기) — 부위별·사전적·정량적 판정의 부재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8F6EE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5321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최대 오픈소스 자동조종조차 정밀도 결정이 사후적·전역적·비정형적입니다. 미출판 GitHub 수리 기록으로만 존재하는 이 실무 지혜를, 블록별·사전적·정량적 방법으로 체계화·논문화하는 것이 본 연구입니다.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A6  |  예상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어떻게 나와도 논문이 성립하는가?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971032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결과 시나리오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논문의 결론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float32에서 많이 깨진다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깨짐 지도 완성 + ArduPilot 사고의 원인 규명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안 깨진다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‘float32 안전’ 최초 입증 + bound 공표 — 이식하는 모두에게 유용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제곱근(SR) 형태가 한계를 연장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측정에 해결책까지 제시 — 더 강한 논문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차이가 미미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미미한 bound 자체가 미공표 수치 + rate 곡선은 독립 성립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DF2FB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486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측정형 연구의 유일한 실패는 ‘틀린 측정’ —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방향이 아니라 측정의 유효성이 리스크이며, 이를 위해 하네스 자체를 4단 사다리(부록 A3)로 교차 검증하고 결정성(같은 입력 → 같은 출력)을 선행 확보했습니다.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2026-07-12T02:22:45Z</dcterms:created>
  <dcterms:modified xsi:type="dcterms:W3CDTF">2026-07-12T02:22:45Z</dcterms:modified>
</cp:coreProperties>
</file>